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OTP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85</c:v>
                </c:pt>
                <c:pt idx="2">
                  <c:v>88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5A5A5A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月度准点率 OTP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