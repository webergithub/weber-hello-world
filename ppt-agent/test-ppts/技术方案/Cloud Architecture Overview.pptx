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overview covers our target cloud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 platform supports both BI and AI workloads.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 optimization saved 23 percent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Cloud Architecture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Multi-region active-active deployment</a:t>
            </a:r>
          </a:p>
          <a:p>
            <a:r>
              <a:rPr>
                <a:solidFill>
                  <a:srgbClr val="000000"/>
                </a:solidFill>
              </a:rPr>
              <a:t>Kubernetes based microservices</a:t>
            </a:r>
          </a:p>
          <a:p>
            <a:r>
              <a:rPr>
                <a:solidFill>
                  <a:srgbClr val="000000"/>
                </a:solidFill>
              </a:rPr>
              <a:t>Zero trust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Data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Lakehouse with streaming ingestion</a:t>
            </a:r>
          </a:p>
          <a:p>
            <a:r>
              <a:rPr>
                <a:solidFill>
                  <a:srgbClr val="000000"/>
                </a:solidFill>
              </a:rPr>
              <a:t>Unified metadata catalog</a:t>
            </a:r>
          </a:p>
          <a:p>
            <a:r>
              <a:rPr>
                <a:solidFill>
                  <a:srgbClr val="000000"/>
                </a:solidFill>
              </a:rPr>
              <a:t>Vector database for semantic 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Cost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Reserved instances and spot fleets</a:t>
            </a:r>
          </a:p>
          <a:p>
            <a:r>
              <a:rPr>
                <a:solidFill>
                  <a:srgbClr val="000000"/>
                </a:solidFill>
              </a:rPr>
              <a:t>FinOps dashboards</a:t>
            </a:r>
          </a:p>
          <a:p>
            <a:r>
              <a:rPr>
                <a:solidFill>
                  <a:srgbClr val="000000"/>
                </a:solidFill>
              </a:rPr>
              <a:t>Auto scaling policies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Architecture Overview</dc:title>
  <dc:subject/>
  <dc:creator>测试作者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