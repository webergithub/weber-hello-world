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A-CDM 是欧洲航管组织提出的理念，国内已在主要枢纽机场推广。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信息共享是 A-CDM 的基础，没有统一数据平台就谈不上协同。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滑行时间预测越准，TSAT 排序越合理。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冬季运行时除冰是影响放行的重要因素。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A-CDM 机场协同决策介绍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Airport Collaborative Decision Making</a:t>
            </a:r>
          </a:p>
          <a:p>
            <a:r>
              <a:rPr>
                <a:solidFill>
                  <a:srgbClr val="000000"/>
                </a:solidFill>
              </a:rPr>
              <a:t>机场、航司、空管、地服信息共享</a:t>
            </a:r>
          </a:p>
          <a:p>
            <a:r>
              <a:rPr>
                <a:solidFill>
                  <a:srgbClr val="000000"/>
                </a:solidFill>
              </a:rPr>
              <a:t>提升航班放行正常率与资源利用率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信息共享 Information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统一的航班运行数据平台</a:t>
            </a:r>
          </a:p>
          <a:p>
            <a:r>
              <a:rPr>
                <a:solidFill>
                  <a:srgbClr val="000000"/>
                </a:solidFill>
              </a:rPr>
              <a:t>里程碑事件实时推送</a:t>
            </a:r>
          </a:p>
          <a:p>
            <a:r>
              <a:rPr>
                <a:solidFill>
                  <a:srgbClr val="000000"/>
                </a:solidFill>
              </a:rPr>
              <a:t>各方共用同一时间基准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可变滑行时间 Variable Taxi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按机位与跑道组合计算 EXOT / EXIT</a:t>
            </a:r>
          </a:p>
          <a:p>
            <a:r>
              <a:rPr>
                <a:solidFill>
                  <a:srgbClr val="000000"/>
                </a:solidFill>
              </a:rPr>
              <a:t>结合历史数据与实时场面监视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除冰协同 De-icing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冬季除冰排队纳入 CDM 排序</a:t>
            </a:r>
          </a:p>
          <a:p>
            <a:r>
              <a:rPr>
                <a:solidFill>
                  <a:srgbClr val="000000"/>
                </a:solidFill>
              </a:rPr>
              <a:t>除冰坪资源分配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A-CDM机场协同决策介绍</dc:title>
  <dc:subject/>
  <dc:creator>测试作者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