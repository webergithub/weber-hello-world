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用于测试黑白底互转：橙色文字应变深红，logo 应变深红，图形应变浅灰。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机场运行指挥中心 AOC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白色正文：统一指挥、协同保障</a:t>
            </a:r>
          </a:p>
          <a:p>
            <a:r>
              <a:rPr>
                <a:solidFill>
                  <a:srgbClr val="FF9900"/>
                </a:solidFill>
              </a:rPr>
              <a:t>橙色强调：航班延误预警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2377440" cy="914400"/>
          </a:xfrm>
          <a:prstGeom prst="rect">
            <a:avLst/>
          </a:prstGeom>
          <a:solidFill>
            <a:srgbClr val="2A4D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运行监控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2560320"/>
            <a:ext cx="2377440" cy="91440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应急处置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放行正常率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91%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