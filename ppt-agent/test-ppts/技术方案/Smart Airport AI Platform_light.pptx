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This deck introduces our smart airport AI platform and its three pillars.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Cameras on the apron recognise when the fuel truck or catering truck arrives, so milestones are recorded without manual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Edge nodes run the vision models, the cloud hosts training and the RAG knowledge 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assistant answers SOP questions using retrieval augmented generation, always citing the source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roadmap for next year focuses on scaling the 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Smart Airport AI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Computer vision for apron monitoring</a:t>
            </a:r>
          </a:p>
          <a:p>
            <a:r>
              <a:rPr>
                <a:solidFill>
                  <a:srgbClr val="000000"/>
                </a:solidFill>
              </a:rPr>
              <a:t>Predictive turnaround with machine learning</a:t>
            </a:r>
          </a:p>
          <a:p>
            <a:r>
              <a:rPr>
                <a:solidFill>
                  <a:srgbClr val="000000"/>
                </a:solidFill>
              </a:rPr>
              <a:t>Large language model assistant for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Apron Vision 机坪视觉识别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Detect GSE arrival and departure events automatically</a:t>
            </a:r>
          </a:p>
          <a:p>
            <a:r>
              <a:rPr>
                <a:solidFill>
                  <a:srgbClr val="000000"/>
                </a:solidFill>
              </a:rPr>
              <a:t>Auto-capture turnaround milestones</a:t>
            </a:r>
          </a:p>
          <a:p>
            <a:r>
              <a:rPr>
                <a:solidFill>
                  <a:srgbClr val="000000"/>
                </a:solidFill>
              </a:rPr>
              <a:t>Safety: FOD and zone intrusion alerts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Architecture 平台架构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731520" y="2286000"/>
            <a:ext cx="7863840" cy="1280160"/>
            <a:chOff x="731520" y="2286000"/>
            <a:chExt cx="7863840" cy="1280160"/>
          </a:xfrm>
        </p:grpSpPr>
        <p:sp>
          <p:nvSpPr>
            <p:cNvPr id="4" name="Rectangle 3"/>
            <p:cNvSpPr/>
            <p:nvPr/>
          </p:nvSpPr>
          <p:spPr>
            <a:xfrm>
              <a:off x="731520" y="2286000"/>
              <a:ext cx="2377440" cy="1280160"/>
            </a:xfrm>
            <a:prstGeom prst="rect">
              <a:avLst/>
            </a:prstGeom>
            <a:solidFill>
              <a:srgbClr val="2A4D8F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800">
                  <a:solidFill>
                    <a:srgbClr val="FFFFFF"/>
                  </a:solidFill>
                </a:rPr>
                <a:t>Edge 边缘节点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3474720" y="2286000"/>
              <a:ext cx="2377440" cy="1280160"/>
            </a:xfrm>
            <a:prstGeom prst="rect">
              <a:avLst/>
            </a:prstGeom>
            <a:solidFill>
              <a:srgbClr val="2A4D8F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800">
                  <a:solidFill>
                    <a:srgbClr val="FFFFFF"/>
                  </a:solidFill>
                </a:rPr>
                <a:t>Cloud 云端训练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6217920" y="2286000"/>
              <a:ext cx="2377440" cy="1280160"/>
            </a:xfrm>
            <a:prstGeom prst="rect">
              <a:avLst/>
            </a:prstGeom>
            <a:solidFill>
              <a:srgbClr val="2A4D8F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800">
                  <a:solidFill>
                    <a:srgbClr val="FFFFFF"/>
                  </a:solidFill>
                </a:rPr>
                <a:t>RAG 知识库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RAG Knowledge Assistant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Hybrid retrieval: BM25 + dense embeddings</a:t>
            </a:r>
          </a:p>
          <a:p>
            <a:r>
              <a:rPr>
                <a:solidFill>
                  <a:srgbClr val="000000"/>
                </a:solidFill>
              </a:rPr>
              <a:t>Reranking with cross-encoder</a:t>
            </a:r>
          </a:p>
          <a:p>
            <a:r>
              <a:rPr>
                <a:solidFill>
                  <a:srgbClr val="000000"/>
                </a:solidFill>
              </a:rPr>
              <a:t>Grounded answers with citations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Roadmap 2027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Q1 pilot at Terminal 3</a:t>
            </a:r>
          </a:p>
          <a:p>
            <a:r>
              <a:rPr>
                <a:solidFill>
                  <a:srgbClr val="000000"/>
                </a:solidFill>
              </a:rPr>
              <a:t>Q2 rollout to all stands</a:t>
            </a:r>
          </a:p>
          <a:p>
            <a:r>
              <a:rPr>
                <a:solidFill>
                  <a:srgbClr val="000000"/>
                </a:solidFill>
              </a:rPr>
              <a:t>Q3 digital twin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Airport AI Platform_light</dc:title>
  <dc:subject/>
  <dc:creator>测试作者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