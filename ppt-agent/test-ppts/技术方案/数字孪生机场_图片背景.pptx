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这一页用整页深色图片作为背景，用来测试图片背景的黑白底识别。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数字孪生机场 Digital Twin Airport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数字孪生机场_图片背景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