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vtt" ContentType="text/vt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本次培训时长约 30 分钟。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播放视频前提醒学员注意视频中的四条安全要点。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1.png"/><Relationship Id="rId5" Type="http://schemas.openxmlformats.org/officeDocument/2006/relationships/notesSlide" Target="../notesSlides/notesSlide2.xml"/><Relationship Id="rIdCap1" Type="http://schemas.microsoft.com/office/2016/11/relationships/captions" Target="../media/caption1.vtt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地勤安全培训 Ground Safety Training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机坪安全基本要求</a:t>
            </a:r>
          </a:p>
          <a:p>
            <a:r>
              <a:rPr>
                <a:solidFill>
                  <a:srgbClr val="000000"/>
                </a:solidFill>
              </a:rPr>
              <a:t>危险区域识别</a:t>
            </a:r>
          </a:p>
          <a:p>
            <a:r>
              <a:rPr>
                <a:solidFill>
                  <a:srgbClr val="000000"/>
                </a:solidFill>
              </a:rPr>
              <a:t>应急处置流程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机坪安全培训视频 Apron Safety Video</a:t>
            </a:r>
          </a:p>
        </p:txBody>
      </p:sp>
      <p:pic>
        <p:nvPicPr>
          <p:cNvPr id="3" name="_big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914400" y="1188720"/>
            <a:ext cx="7315200" cy="3657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地勤安全培训_含视频(大文件)</dc:title>
  <dc:subject/>
  <dc:creator>测试作者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