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本季度整体经营情况良好，下面分业务线展开。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地面服务收入占比最高，货运业务增长最快。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成本控制方面我们重点抓了三件事。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2026 年第三季度经营分析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营业收入同比增长 12%</a:t>
            </a:r>
          </a:p>
          <a:p>
            <a:r>
              <a:rPr>
                <a:solidFill>
                  <a:srgbClr val="000000"/>
                </a:solidFill>
              </a:rPr>
              <a:t>毛利率 31.5%</a:t>
            </a:r>
          </a:p>
          <a:p>
            <a:r>
              <a:rPr>
                <a:solidFill>
                  <a:srgbClr val="000000"/>
                </a:solidFill>
              </a:rPr>
              <a:t>经营现金流持续为正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分业务收入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r>
                        <a:t>业务线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收入(亿元)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地面服务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货运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商业零售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成本控制措施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集中采购降低燃油成本</a:t>
            </a:r>
          </a:p>
          <a:p>
            <a:r>
              <a:rPr>
                <a:solidFill>
                  <a:srgbClr val="000000"/>
                </a:solidFill>
              </a:rPr>
              <a:t>人力排班优化</a:t>
            </a:r>
          </a:p>
          <a:p>
            <a:r>
              <a:rPr>
                <a:solidFill>
                  <a:srgbClr val="000000"/>
                </a:solidFill>
              </a:rPr>
              <a:t>设备共享减少闲置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附录：数据口径说明</a:t>
            </a:r>
          </a:p>
          <a:p>
            <a:r>
              <a:t>收入按权责发生制确认；同比口径已剔除并表范围变化影响。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2026Q3经营分析</dc:title>
  <dc:subject/>
  <dc:creator>测试作者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