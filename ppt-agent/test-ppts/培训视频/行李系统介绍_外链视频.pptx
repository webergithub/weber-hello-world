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视频是外链文件，和 PPT 放在同一个目录下。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&#34892;&#26446;&#20998;&#25315;&#28436;&#31034;.mp4" TargetMode="External"/><Relationship Id="rId3" Type="http://schemas.openxmlformats.org/officeDocument/2006/relationships/video" Target="&#34892;&#26446;&#20998;&#25315;&#28436;&#31034;.mp4" TargetMode="External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行李分拣系统 Baggage Handling System</a:t>
            </a:r>
          </a:p>
        </p:txBody>
      </p:sp>
      <p:pic>
        <p:nvPicPr>
          <p:cNvPr id="3" name="行李分拣演示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1188720"/>
            <a:ext cx="7315200" cy="3657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行李系统介绍_外链视频</dc:title>
  <dc:subject/>
  <dc:creator>测试作者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